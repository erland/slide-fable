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1.xml" ContentType="application/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SlideFableSources" Type="http://schemas.openxmlformats.org/officeDocument/2006/relationships/customXml" Target="../customXml/item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CF69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f69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7f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5af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554480"/>
            <a:ext cx="67132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20" b="1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idé. En berättelse.</a:t>
            </a:r>
            <a:endParaRPr lang="en-US" sz="4320" dirty="0"/>
          </a:p>
        </p:txBody>
      </p:sp>
      <p:sp>
        <p:nvSpPr>
          <p:cNvPr id="4" name="Text 1"/>
          <p:cNvSpPr/>
          <p:nvPr/>
        </p:nvSpPr>
        <p:spPr>
          <a:xfrm>
            <a:off x="762000" y="3444240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 dina tankar en tydlig form.</a:t>
            </a:r>
            <a:endParaRPr lang="en-US" sz="216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286000"/>
          <a:ext cx="8382000" cy="2286000"/>
        </p:xfrm>
        <a:graphic>
          <a:graphicData uri="http://schemas.openxmlformats.org/drawingml/2006/table">
            <a:tbl>
              <a:tblPr/>
              <a:tblGrid>
                <a:gridCol w="4191000"/>
                <a:gridCol w="4191000"/>
              </a:tblGrid>
              <a:tr h="11430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60" b="1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Samlad rubrik Rubrik B</a:t>
                      </a:r>
                      <a:endParaRPr lang="en-US" sz="216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91440" marB="91440">
                    <a:lnL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9"/>
                    </a:solidFill>
                  </a:tcPr>
                </a:tc>
                <a:tc hMerge="1"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6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Värde A</a:t>
                      </a:r>
                      <a:endParaRPr lang="en-US" sz="216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91440" marB="91440">
                    <a:lnL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60" dirty="0">
                          <a:solidFill>
                            <a:srgbClr val="000000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Värde B</a:t>
                      </a:r>
                      <a:endParaRPr lang="en-US" sz="216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91440" marR="91440" marT="91440" marB="91440">
                    <a:lnL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7085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1371600" y="1981200"/>
          <a:ext cx="8382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2"/>
          <p:cNvSpPr/>
          <p:nvPr/>
        </p:nvSpPr>
        <p:spPr>
          <a:xfrm>
            <a:off x="5867400" y="2755900"/>
            <a:ext cx="0" cy="558800"/>
          </a:xfrm>
          <a:prstGeom prst="line">
            <a:avLst/>
          </a:prstGeom>
          <a:noFill/>
          <a:ln w="25400">
            <a:solidFill>
              <a:srgbClr val="708B91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5867400" y="3314700"/>
            <a:ext cx="0" cy="558800"/>
          </a:xfrm>
          <a:prstGeom prst="line">
            <a:avLst/>
          </a:prstGeom>
          <a:noFill/>
          <a:ln w="25400">
            <a:solidFill>
              <a:srgbClr val="708B91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219200" y="2590800"/>
            <a:ext cx="9296400" cy="330200"/>
          </a:xfrm>
          <a:prstGeom prst="roundRect">
            <a:avLst/>
          </a:prstGeom>
          <a:solidFill>
            <a:srgbClr val="DCE9E3"/>
          </a:solidFill>
          <a:ln w="12700">
            <a:solidFill>
              <a:srgbClr val="387F89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219200" y="2590800"/>
            <a:ext cx="929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Kontrollera</a:t>
            </a:r>
            <a:endParaRPr lang="en-US" sz="1620" dirty="0"/>
          </a:p>
        </p:txBody>
      </p:sp>
      <p:sp>
        <p:nvSpPr>
          <p:cNvPr id="11" name="Shape 6"/>
          <p:cNvSpPr/>
          <p:nvPr/>
        </p:nvSpPr>
        <p:spPr>
          <a:xfrm>
            <a:off x="1219200" y="3149600"/>
            <a:ext cx="9296400" cy="330200"/>
          </a:xfrm>
          <a:prstGeom prst="roundRect">
            <a:avLst/>
          </a:prstGeom>
          <a:solidFill>
            <a:srgbClr val="DCE9E3"/>
          </a:solidFill>
          <a:ln w="12700">
            <a:solidFill>
              <a:srgbClr val="387F89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219200" y="3149600"/>
            <a:ext cx="929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Besluta</a:t>
            </a:r>
            <a:endParaRPr lang="en-US" sz="1620" dirty="0"/>
          </a:p>
        </p:txBody>
      </p:sp>
      <p:sp>
        <p:nvSpPr>
          <p:cNvPr id="13" name="Shape 8"/>
          <p:cNvSpPr/>
          <p:nvPr/>
        </p:nvSpPr>
        <p:spPr>
          <a:xfrm>
            <a:off x="1219200" y="3708400"/>
            <a:ext cx="9296400" cy="330200"/>
          </a:xfrm>
          <a:prstGeom prst="roundRect">
            <a:avLst/>
          </a:prstGeom>
          <a:solidFill>
            <a:srgbClr val="DCE9E3"/>
          </a:solidFill>
          <a:ln w="12700">
            <a:solidFill>
              <a:srgbClr val="387F8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219200" y="3708400"/>
            <a:ext cx="929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Genomför</a:t>
            </a:r>
            <a:endParaRPr lang="en-US" sz="162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286000"/>
            <a:ext cx="6096000" cy="152400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167640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63880"/>
            <a:ext cx="31623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20" b="1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Din rubrik</a:t>
            </a:r>
            <a:endParaRPr lang="en-US" sz="4320" dirty="0"/>
          </a:p>
        </p:txBody>
      </p:sp>
      <p:sp>
        <p:nvSpPr>
          <p:cNvPr id="4" name="Text 1"/>
          <p:cNvSpPr/>
          <p:nvPr/>
        </p:nvSpPr>
        <p:spPr>
          <a:xfrm>
            <a:off x="762000" y="2301240"/>
            <a:ext cx="1722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Ditt innehåll</a:t>
            </a:r>
            <a:endParaRPr lang="en-US" sz="21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63880"/>
            <a:ext cx="31623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20" b="1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Din rubrik</a:t>
            </a:r>
            <a:endParaRPr lang="en-US" sz="4320" dirty="0"/>
          </a:p>
        </p:txBody>
      </p:sp>
      <p:sp>
        <p:nvSpPr>
          <p:cNvPr id="4" name="Text 1"/>
          <p:cNvSpPr/>
          <p:nvPr/>
        </p:nvSpPr>
        <p:spPr>
          <a:xfrm>
            <a:off x="762000" y="2301240"/>
            <a:ext cx="1722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Ditt innehåll</a:t>
            </a:r>
            <a:endParaRPr lang="en-US" sz="2160" dirty="0"/>
          </a:p>
        </p:txBody>
      </p:sp>
      <p:sp>
        <p:nvSpPr>
          <p:cNvPr id="5" name="Shape 2"/>
          <p:cNvSpPr/>
          <p:nvPr/>
        </p:nvSpPr>
        <p:spPr>
          <a:xfrm>
            <a:off x="1554480" y="1676400"/>
            <a:ext cx="3581400" cy="1828800"/>
          </a:xfrm>
          <a:prstGeom prst="roundRect">
            <a:avLst/>
          </a:prstGeom>
          <a:solidFill>
            <a:srgbClr val="D5E5DF"/>
          </a:solidFill>
          <a:ln w="15240">
            <a:solidFill>
              <a:srgbClr val="1836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1699260"/>
            <a:ext cx="35356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Svensk berättelse ÅÄÖ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35880" y="1699260"/>
            <a:ext cx="10058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med 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45920" y="2095500"/>
            <a:ext cx="13106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64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rik text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f:sources xmlns:sf="urn:slide-fable:sources">{"format":"slide-fable-source-records","sourceTitle":"Min presentation","slides":[{"id":"slide-2c290049-1a05-49ac-986e-94d090e4fa42","elements":[{"id":"chart-2da2f747-bc72-41cf-b9b9-17b25d97e149","type":"chart","geometry":{"x":180,"y":260,"width":1100,"height":500,"rotation":0,"unit":"logical"},"style":{},"chartType":"bar","dataset":{"categories":["A","B","C"],"series":[{"id":"series-c8fe841f-044c-4044-9b29-734fe69cfb14","name":"Serie 1","values":[12,7,4]}]}},{"id":"semanticDiagram-fff7e9e9-940c-4081-b876-1fcc03420099","type":"semanticDiagram","geometry":{"x":120,"y":320,"width":1300,"height":260,"rotation":0,"unit":"logical"},"style":{},"semanticDiagram":{"kind":"process","nodes":[{"id":"node-4750cff1-9e4a-432a-95e7-c0860f70d049","label":"Kontrollera"},{"id":"node-e06bc5bd-05b5-4946-9861-33dc4df409be","label":"Besluta"},{"id":"node-d084ef8d-5394-41e6-829d-9d1811592ba6","label":"Genomför"}],"edges":[{"id":"edge-0369ebe8-2aff-404a-aafb-f7c5645de5a2","from":"node-4750cff1-9e4a-432a-95e7-c0860f70d049","to":"node-e06bc5bd-05b5-4946-9861-33dc4df409be"},{"id":"edge-e9e47e1d-4d1b-42fb-9f58-d855fb6248c3","from":"node-e06bc5bd-05b5-4946-9861-33dc4df409be","to":"node-d084ef8d-5394-41e6-829d-9d1811592ba6"}],"layout":{"algorithm":"flow","direction":"tb"}}},{"id":"equation-8e667b1a-0160-415d-b277-efbce12bdbbb","type":"equation","geometry":{"x":350,"y":300,"width":800,"height":200,"rotation":0,"unit":"logical"},"style":{},"equation":{"sourceFormat":"latex","source":"x^2 + y^2 = z^2","altText":"Energi är massa gånger ljushastigheten i kvadrat"}},{"id":"vectorPath-1a83d468-9b7c-436d-9662-9d280f9383b2","type":"vectorPath","geometry":{"x":252,"y":220,"width":600,"height":240,"rotation":0,"unit":"logical"},"style":{"fill":{"color":"#d5e5df"},"stroke":{"color":"#183641"},"strokeWidth":3},"vectorPath":{"format":"svg-path","pathData":"M 0 100 C 120 0 240 200 360 100 L 360 200 L 0 200 Z","viewBox":"0 0 360 200"}}]},{"id":"slide-0efe4c13-965a-4b4a-bae6-3e8d80b8e82a","elements":[]},{"id":"slide-d57692a1-c546-497f-b0dd-7214da744878","elements":[]}]}</sf:sources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 presentation</dc:title>
  <dc:subject>PptxGenJS Presentation</dc:subject>
  <dc:creator>Slide Fable</dc:creator>
  <cp:lastModifiedBy>Slide Fable</cp:lastModifiedBy>
  <cp:revision>1</cp:revision>
  <dcterms:created xsi:type="dcterms:W3CDTF">2026-10-19T03:27:38Z</dcterms:created>
  <dcterms:modified xsi:type="dcterms:W3CDTF">2026-10-19T03:27:38Z</dcterms:modified>
</cp:coreProperties>
</file>