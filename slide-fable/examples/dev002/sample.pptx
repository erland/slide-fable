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762000" y="868680"/>
            <a:ext cx="3345180" cy="720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425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Slide Fable</a:t>
            </a:r>
            <a:endParaRPr lang="en-US" sz="4200" dirty="0"/>
          </a:p>
        </p:txBody>
      </p:sp>
      <p:sp>
        <p:nvSpPr>
          <p:cNvPr id="3" name="lead"/>
          <p:cNvSpPr/>
          <p:nvPr/>
        </p:nvSpPr>
        <p:spPr>
          <a:xfrm>
            <a:off x="762000" y="2148840"/>
            <a:ext cx="602742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60" dirty="0">
                <a:solidFill>
                  <a:srgbClr val="1425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Sökbar svensk text: åäö ÅÄÖ – räksmörgås.</a:t>
            </a:r>
            <a:endParaRPr lang="en-US" sz="2160" dirty="0"/>
          </a:p>
        </p:txBody>
      </p:sp>
      <p:sp>
        <p:nvSpPr>
          <p:cNvPr id="4" name="wrap"/>
          <p:cNvSpPr/>
          <p:nvPr/>
        </p:nvSpPr>
        <p:spPr>
          <a:xfrm>
            <a:off x="762000" y="3291840"/>
            <a:ext cx="605028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60" dirty="0">
                <a:solidFill>
                  <a:srgbClr val="1425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Långa texter behöver samma radbrytning i </a:t>
            </a:r>
            <a:endParaRPr lang="en-US" sz="2160" dirty="0"/>
          </a:p>
        </p:txBody>
      </p:sp>
      <p:sp>
        <p:nvSpPr>
          <p:cNvPr id="5" name="wrap"/>
          <p:cNvSpPr/>
          <p:nvPr/>
        </p:nvSpPr>
        <p:spPr>
          <a:xfrm>
            <a:off x="762000" y="3648432"/>
            <a:ext cx="694182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60" dirty="0">
                <a:solidFill>
                  <a:srgbClr val="1425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webbläsaren och vid export. Detta prov använder </a:t>
            </a:r>
            <a:endParaRPr lang="en-US" sz="2160" dirty="0"/>
          </a:p>
        </p:txBody>
      </p:sp>
      <p:sp>
        <p:nvSpPr>
          <p:cNvPr id="6" name="wrap"/>
          <p:cNvSpPr/>
          <p:nvPr/>
        </p:nvSpPr>
        <p:spPr>
          <a:xfrm>
            <a:off x="762000" y="4005024"/>
            <a:ext cx="623316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60" dirty="0">
                <a:solidFill>
                  <a:srgbClr val="1425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uppmätta textrader i stället för att låta varje </a:t>
            </a:r>
            <a:endParaRPr lang="en-US" sz="2160" dirty="0"/>
          </a:p>
        </p:txBody>
      </p:sp>
      <p:sp>
        <p:nvSpPr>
          <p:cNvPr id="7" name="wrap"/>
          <p:cNvSpPr/>
          <p:nvPr/>
        </p:nvSpPr>
        <p:spPr>
          <a:xfrm>
            <a:off x="762000" y="4361617"/>
            <a:ext cx="392430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60" dirty="0">
                <a:solidFill>
                  <a:srgbClr val="1425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exportmotor gissa layouten.</a:t>
            </a:r>
            <a:endParaRPr lang="en-US" sz="216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1"/>
          <p:cNvSpPr/>
          <p:nvPr/>
        </p:nvSpPr>
        <p:spPr>
          <a:xfrm>
            <a:off x="762000" y="1905000"/>
            <a:ext cx="3200400" cy="1295400"/>
          </a:xfrm>
          <a:prstGeom prst="rect">
            <a:avLst/>
          </a:prstGeom>
          <a:solidFill>
            <a:srgbClr val="C9E3E5"/>
          </a:solidFill>
          <a:ln w="12700">
            <a:solidFill>
              <a:srgbClr val="C9E3E5"/>
            </a:solidFill>
            <a:prstDash val="solid"/>
          </a:ln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81600" y="1905000"/>
          <a:ext cx="6096000" cy="1828800"/>
        </p:xfrm>
        <a:graphic>
          <a:graphicData uri="http://schemas.openxmlformats.org/drawingml/2006/table">
            <a:tbl>
              <a:tblPr/>
              <a:tblGrid>
                <a:gridCol w="3048000"/>
                <a:gridCol w="3048000"/>
              </a:tblGrid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20" b="1" dirty="0">
                          <a:solidFill>
                            <a:srgbClr val="000000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Objekt</a:t>
                      </a:r>
                      <a:endParaRPr lang="en-US" sz="192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152400" marR="152400" marT="152400" marB="152400">
                    <a:lnL w="12700" cap="flat" cmpd="sng" algn="ctr">
                      <a:solidFill>
                        <a:srgbClr val="8493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93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93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93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20" b="1" dirty="0">
                          <a:solidFill>
                            <a:srgbClr val="000000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Värde</a:t>
                      </a:r>
                      <a:endParaRPr lang="en-US" sz="192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152400" marR="152400" marT="152400" marB="152400">
                    <a:lnL w="12700" cap="flat" cmpd="sng" algn="ctr">
                      <a:solidFill>
                        <a:srgbClr val="8493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93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93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93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20" dirty="0">
                          <a:solidFill>
                            <a:srgbClr val="000000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Rubrik</a:t>
                      </a:r>
                      <a:endParaRPr lang="en-US" sz="192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152400" marR="152400" marT="152400" marB="152400">
                    <a:lnL w="12700" cap="flat" cmpd="sng" algn="ctr">
                      <a:solidFill>
                        <a:srgbClr val="8493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93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93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93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20" dirty="0">
                          <a:solidFill>
                            <a:srgbClr val="000000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Ändra mig</a:t>
                      </a:r>
                      <a:endParaRPr lang="en-US" sz="192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152400" marR="152400" marT="152400" marB="152400">
                    <a:lnL w="12700" cap="flat" cmpd="sng" algn="ctr">
                      <a:solidFill>
                        <a:srgbClr val="8493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93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93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93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itle2"/>
          <p:cNvSpPr/>
          <p:nvPr/>
        </p:nvSpPr>
        <p:spPr>
          <a:xfrm>
            <a:off x="762000" y="640080"/>
            <a:ext cx="504444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25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Redigerbara objekt</a:t>
            </a:r>
            <a:endParaRPr lang="en-US" sz="3600" dirty="0"/>
          </a:p>
        </p:txBody>
      </p:sp>
      <p:sp>
        <p:nvSpPr>
          <p:cNvPr id="5" name="shape-label"/>
          <p:cNvSpPr/>
          <p:nvPr/>
        </p:nvSpPr>
        <p:spPr>
          <a:xfrm>
            <a:off x="990600" y="230886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5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Beslut</a:t>
            </a:r>
            <a:endParaRPr lang="en-US" sz="2400" dirty="0"/>
          </a:p>
        </p:txBody>
      </p:sp>
      <p:sp>
        <p:nvSpPr>
          <p:cNvPr id="6" name="hint"/>
          <p:cNvSpPr/>
          <p:nvPr/>
        </p:nvSpPr>
        <p:spPr>
          <a:xfrm>
            <a:off x="762000" y="4884420"/>
            <a:ext cx="69875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20" dirty="0">
                <a:solidFill>
                  <a:srgbClr val="1425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Text, form och tabell exporteras som egna Office-objekt.</a:t>
            </a:r>
            <a:endParaRPr lang="en-US" sz="19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glass-title"/>
          <p:cNvSpPr/>
          <p:nvPr/>
        </p:nvSpPr>
        <p:spPr>
          <a:xfrm>
            <a:off x="1143000" y="1859280"/>
            <a:ext cx="810768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25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Glaseffekt med redigerbar text</a:t>
            </a:r>
            <a:endParaRPr lang="en-US" sz="3600" dirty="0"/>
          </a:p>
        </p:txBody>
      </p:sp>
      <p:sp>
        <p:nvSpPr>
          <p:cNvPr id="4" name="glass-body"/>
          <p:cNvSpPr/>
          <p:nvPr/>
        </p:nvSpPr>
        <p:spPr>
          <a:xfrm>
            <a:off x="1143000" y="3215640"/>
            <a:ext cx="860298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60" dirty="0">
                <a:solidFill>
                  <a:srgbClr val="1425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Bakgrund och effekt blir ett separat bildlager. Rubriken förblir </a:t>
            </a:r>
            <a:endParaRPr lang="en-US" sz="2160" dirty="0"/>
          </a:p>
        </p:txBody>
      </p:sp>
      <p:sp>
        <p:nvSpPr>
          <p:cNvPr id="5" name="glass-body"/>
          <p:cNvSpPr/>
          <p:nvPr/>
        </p:nvSpPr>
        <p:spPr>
          <a:xfrm>
            <a:off x="1143000" y="3572232"/>
            <a:ext cx="281940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60" dirty="0">
                <a:solidFill>
                  <a:srgbClr val="1425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text i PDF och PPTX.</a:t>
            </a:r>
            <a:endParaRPr lang="en-US" sz="21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Fable – exportprov</dc:title>
  <dc:subject>DEV-002 technical export proof</dc:subject>
  <dc:creator>Slide Fable</dc:creator>
  <cp:lastModifiedBy>Slide Fable</cp:lastModifiedBy>
  <cp:revision>1</cp:revision>
  <dcterms:created xsi:type="dcterms:W3CDTF">2026-10-19T02:33:02Z</dcterms:created>
  <dcterms:modified xsi:type="dcterms:W3CDTF">2026-10-19T02:33:02Z</dcterms:modified>
</cp:coreProperties>
</file>